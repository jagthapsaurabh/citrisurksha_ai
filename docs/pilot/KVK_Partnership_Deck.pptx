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CitriSuraksha AI × Krishi Vigyan Kendra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F9DF"/>
                </a:solidFill>
                <a:latin typeface="Segoe UI"/>
              </a:rPr>
              <a:t>Partnership proposal — citrus protection at district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9D9C6"/>
                </a:solidFill>
                <a:latin typeface="Segoe UI"/>
              </a:rPr>
              <a:t>Scan · Detect · Protect  ·  Nagpur, Maharashtra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072" y="411480"/>
            <a:ext cx="475488" cy="64008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WHY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6530"/>
                </a:solidFill>
                <a:latin typeface="Segoe UI"/>
              </a:rPr>
              <a:t>Extension reach × always-on field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One extension officer serves thousands of orchards; a wrong or late diagnosis spreads faster than advice.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The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Photo diagnosis in seconds, trilingual advisory, month-wise care calendar, district alerts, expert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The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KVK scientists validate, advise and turn field data into research and training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072" y="411480"/>
            <a:ext cx="475488" cy="64008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PILOT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6530"/>
                </a:solidFill>
                <a:latin typeface="Segoe UI"/>
              </a:rPr>
              <a:t>500 farmers · Nagpur district · 6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KVK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Nodal scientist; verification &amp; labelling camps; advisory review; ETL validation on field 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92024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04825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Our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37744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App rollout &amp; training, AI operations, support desk, alert campaigns,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6616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69417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Joint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02336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Monthly review of pest incidence dashboard; co-branded advisories; camp calendar.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3566160"/>
            <a:ext cx="5440680" cy="146304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694176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Farmers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023360"/>
            <a:ext cx="5074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Free to use; consent-based data; language of their choice; priority expert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072" y="411480"/>
            <a:ext cx="475488" cy="64008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WHAT KVK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6530"/>
                </a:solidFill>
                <a:latin typeface="Segoe UI"/>
              </a:rPr>
              <a:t>Tools that amplify, not replace, the scientist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Live surveillance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Geo-tagged, time-stamped pest incidence from hundreds of orchards - outbreaks visible weekly, not seasonally.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Research-grade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Expert-verified, stage-labelled image dataset with provenance - material for papers, theses and trials.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Extension leverage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AI triages the routine; scientists spend time on the cases that need them. Alerts carry KVK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072" y="411480"/>
            <a:ext cx="475488" cy="64008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GOVERNANCE &amp;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6530"/>
                </a:solidFill>
                <a:latin typeface="Segoe UI"/>
              </a:rPr>
              <a:t>Every label verified; every model evaluated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Verification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Farmer images never train the AI until an expert verifies them. Unknowns are flagged, not guessed.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Evaluation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New models pass frozen-test evaluation and side-by-side comparison before deployment; rollback is one click.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Data residency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All images, labels and models stay on our servers; farmer consent; co-ownership terms in the MoU.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6072" y="411480"/>
            <a:ext cx="475488" cy="64008"/>
          </a:xfrm>
          <a:prstGeom prst="roundRect">
            <a:avLst>
              <a:gd name="adj" fmla="val 8000"/>
            </a:avLst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" y="5120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77800"/>
                </a:solidFill>
                <a:latin typeface="Segoe UI"/>
              </a:rPr>
              <a:t>SIX-MONTH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6530"/>
                </a:solidFill>
                <a:latin typeface="Segoe UI"/>
              </a:rPr>
              <a:t>Camps, data, first trained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Month 0-1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MoU; nodal scientist; 500-farmer onboarding via camps; field-card printing; app training.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Month 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Labelled-image drive (20 pests + negative); weekly verification; first dataset version; alert channel live.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9202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BFFF8"/>
          </a:solidFill>
          <a:ln w="15240">
            <a:solidFill>
              <a:srgbClr val="DFE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4825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6530"/>
                </a:solidFill>
                <a:latin typeface="Segoe UI"/>
              </a:rPr>
              <a:t>Month 3-6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77440"/>
            <a:ext cx="3200400" cy="1600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450"/>
              </a:lnSpc>
            </a:pPr>
            <a:r>
              <a:rPr sz="1080" b="0">
                <a:solidFill>
                  <a:srgbClr val="5A6B58"/>
                </a:solidFill>
                <a:latin typeface="Segoe UI"/>
              </a:rPr>
              <a:t>First evaluated models deployed; district alert pilot; joint review + public results brief.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B000"/>
                </a:solidFill>
                <a:latin typeface="Segoe UI"/>
              </a:rPr>
              <a:t>We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1. A nodal scientist and two labelling-camp dates.
2. Advisory review slot for the first trilingual advisories.
3. MoU covering data co-ownership and farmer consent.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4BD00"/>
                </a:solidFill>
                <a:latin typeface="Segoe UI"/>
              </a:rPr>
              <a:t>CitriSuraksha AI · Scan · Detect · Protect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